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ML Use Case: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Business Intelligence Pipeline</a:t>
            </a:r>
          </a:p>
          <a:p>
            <a:r>
              <a:t>Internship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 High customer attrition reduces overall revenue and LTV.</a:t>
            </a:r>
          </a:p>
          <a:p>
            <a:pPr/>
            <a:r>
              <a:t>Objectives:</a:t>
            </a:r>
          </a:p>
          <a:p>
            <a:r>
              <a:t>1. Accurately predict which customers are at risk of churning.</a:t>
            </a:r>
          </a:p>
          <a:p>
            <a:r>
              <a:t>2. Identify key drivers of churn (e.g., Contracts, Service types).</a:t>
            </a:r>
          </a:p>
          <a:p>
            <a:r>
              <a:t>3. Provide actionable retention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Evaluation:</a:t>
            </a:r>
          </a:p>
          <a:p>
            <a:r>
              <a:t>- Gradient Boosting / XGBoost consistently outperformed simple linear models.</a:t>
            </a:r>
          </a:p>
          <a:p>
            <a:r>
              <a:t>- Achieved high ROC-AUC (~0.85+), balancing Precision and Recall effectively.</a:t>
            </a:r>
          </a:p>
          <a:p>
            <a:r>
              <a:t>- Pipeline successfully automated Missing Value Imputation, OHE, and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(SHAP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Drivers of Churn:</a:t>
            </a:r>
          </a:p>
          <a:p>
            <a:r>
              <a:t>- Contract Type: Month-to-month contracts are the highest risk factor.</a:t>
            </a:r>
          </a:p>
          <a:p>
            <a:r>
              <a:t>- Tenure: Newer customers churn significantly more. Risk drops after 12 months.</a:t>
            </a:r>
          </a:p>
          <a:p>
            <a:r>
              <a:t>- Services: Fiber optic users without Tech Support exhibit high churn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Actions:</a:t>
            </a:r>
          </a:p>
          <a:p>
            <a:r>
              <a:t>- Incentive Programs: Offer discounted first 3 months to push users to 1-year contracts.</a:t>
            </a:r>
          </a:p>
          <a:p>
            <a:r>
              <a:t>- Service Bundling: Bundle Tech Support with Fiber Optic packages at a discount.</a:t>
            </a:r>
          </a:p>
          <a:p>
            <a:r>
              <a:t>- Proactive Outreach: Target 'High Risk' flagged customers 2 weeks before billing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